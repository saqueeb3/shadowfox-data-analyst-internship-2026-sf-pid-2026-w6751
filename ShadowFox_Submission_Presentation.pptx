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4A4395-AD95-4533-BB95-2A4573C36F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23DC7D-DCCE-43B1-86B9-9086954C26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0654FC-866A-4890-BED7-DF77DFF136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3C3167-2665-4C17-ABED-4852096AAC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8C5ABFC-2F8B-4717-BE65-DF981FF4F1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8737B7A-36B2-4AEB-8553-0DCDE4C887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ABF2117-2758-47FC-9181-3A2F50CC7B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E3A4D37-43AC-402F-9886-7852892BB7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D1F30A9-90F4-49FF-B246-BFC850C40B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D9955AB-D492-4474-ADCA-5209D12BB4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6FAFB23-3A85-49C9-B441-CA02FCCE0E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900E75-831A-4325-A81A-4F5A6E9394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1F64BF-5221-4D85-9848-A207D89214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4F55D6-4BA0-425B-ADC0-84C2C0398E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91697-57E5-4200-B978-5D4D277B67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45A9E5-D93A-41BD-B9DA-4D78E69C59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CD11B0-BAD0-481F-8F2E-54B8C30E25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BCB681-7FB4-4CD6-BDF0-1866547412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C8C53E-3EC3-48C1-A655-B737351190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26C25B-0DF1-487A-8134-C8FE5721F1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3F9BF5-4446-455A-A82A-9FD2135291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DD4210-9775-4214-97C0-75017F48A3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4480560"/>
            <a:ext cx="12191400" cy="54360"/>
          </a:xfrm>
          <a:prstGeom prst="rect">
            <a:avLst/>
          </a:prstGeom>
          <a:solidFill>
            <a:srgbClr val="ede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201168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Data Analyst Internship — Task Submission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3108960"/>
            <a:ext cx="1033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de7f4"/>
                </a:solidFill>
                <a:latin typeface="Calibri"/>
              </a:rPr>
              <a:t>Beginner &amp; Intermediate Levels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4754880"/>
            <a:ext cx="103323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de7f4"/>
                </a:solidFill>
                <a:latin typeface="Calibri"/>
                <a:ea typeface="Noto Sans CJK SC"/>
              </a:rPr>
              <a:t>Saqueeb Akhtar Ansari ·  ShadowFox  ·  2026 </a:t>
            </a:r>
            <a:r>
              <a:rPr b="0" lang="en-US" sz="1600" spc="-1" strike="noStrike">
                <a:solidFill>
                  <a:srgbClr val="ede7f4"/>
                </a:solidFill>
                <a:latin typeface="Calibri"/>
              </a:rPr>
              <a:t>·  SF-PID-2026-W6751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de7f4"/>
                </a:solidFill>
                <a:latin typeface="Calibri"/>
              </a:rPr>
              <a:t>LEARN · CREATE · LEAD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What I'll Walk You Through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640080" y="1463040"/>
            <a:ext cx="5486040" cy="28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Beginner — Retail Sales Dashboard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cleaned a messy year of sales data, built a one-page spreadsheet dashboard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Intermediate — Customer &amp; Revenue Analysis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repeat behaviour, revenue concentration, channel quality, returns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2000" spc="-1" strike="noStrike">
                <a:solidFill>
                  <a:srgbClr val="6b4e8e"/>
                </a:solidFill>
                <a:latin typeface="Calibri"/>
              </a:rPr>
              <a:t>How it's organised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GitHub repo: data → code → notebooks → reports for every level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6675120" y="1554480"/>
            <a:ext cx="4845960" cy="4480200"/>
          </a:xfrm>
          <a:prstGeom prst="rect">
            <a:avLst/>
          </a:prstGeom>
          <a:solidFill>
            <a:srgbClr val="ede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6949440" y="1828800"/>
            <a:ext cx="4388760" cy="16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A quick note on approach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Every number you'll see comes from actually running the analysis — where an early hypothesis didn't survive contact with the data, I'll show that too.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Beginner — The Data &amp; the Mess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30280" y="685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de7f4"/>
                </a:solidFill>
                <a:latin typeface="Calibri"/>
              </a:rPr>
              <a:t>601 orders · Jan–Dec 2025 · 4 categories · 4 regions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1463040"/>
            <a:ext cx="5486040" cy="25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What I started with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a typical small-business export — usable, but not clean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Blank regions — 8 rows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filled with that month's most common region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Negative prices — 5 rows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refund entries keyed in wrong → converted to positive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Inconsistent categories — 4 rows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'ELECTRONICS' → 'Electronics'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6675120" y="1554480"/>
            <a:ext cx="4845960" cy="4480200"/>
          </a:xfrm>
          <a:prstGeom prst="rect">
            <a:avLst/>
          </a:prstGeom>
          <a:solidFill>
            <a:srgbClr val="ede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6949440" y="1920240"/>
            <a:ext cx="4388760" cy="16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Why keep the messy file at all?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The raw CSV stays untouched in the repo so the cleaning is auditable — anyone can diff raw vs cleaned and check every fix. That's how analysis should be handed over.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5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Beginner — The Dashboard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530280" y="685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de7f4"/>
                </a:solidFill>
                <a:latin typeface="Calibri"/>
              </a:rPr>
              <a:t>one screen, no scrolling — KPIs first, detail after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5" descr="dashboard_preview.png"/>
          <p:cNvPicPr/>
          <p:nvPr/>
        </p:nvPicPr>
        <p:blipFill>
          <a:blip r:embed="rId1"/>
          <a:stretch/>
        </p:blipFill>
        <p:spPr>
          <a:xfrm>
            <a:off x="640080" y="1325880"/>
            <a:ext cx="7704720" cy="5120280"/>
          </a:xfrm>
          <a:prstGeom prst="rect">
            <a:avLst/>
          </a:prstGeom>
          <a:ln w="0">
            <a:noFill/>
          </a:ln>
        </p:spPr>
      </p:pic>
      <p:sp>
        <p:nvSpPr>
          <p:cNvPr id="91" name="TextBox 6"/>
          <p:cNvSpPr/>
          <p:nvPr/>
        </p:nvSpPr>
        <p:spPr>
          <a:xfrm>
            <a:off x="8229600" y="1737360"/>
            <a:ext cx="3565800" cy="18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KPI cards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sales · orders · AOV · best month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Charts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monthly trend, category &amp; region bars, category × region matrix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Built in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Google Sheets / Excel — pivots + native charts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6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Beginner — What the Numbers Said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640080" y="1463040"/>
            <a:ext cx="1088100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Electronics carries the store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58% of revenue from just 25% of orders — Groceries is the mirror: 31% of orders, 7% of revenue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October spikes, February dips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₹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9,916 vs ₹4,718 — October is 2.1× February; Oct–Dec = 28% of the year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Regions are evenly matched (~2% apart)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so the lever isn't 'fix a weak region' — it's lifting all four together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What I'd recommend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protect Electronics stock into October · use Groceries as a cross-sell engine · February = clearance/planning month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7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Intermediate — From 'What' to 'Why'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30280" y="685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de7f4"/>
                </a:solidFill>
                <a:latin typeface="Calibri"/>
              </a:rPr>
              <a:t>939 transactions · 380 customers · Jan 2023 – Dec 2024 · ₹5.7L revenue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640080" y="1463040"/>
            <a:ext cx="5486040" cy="25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The business question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who are our customers, do they come back, and where is money leaking?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Why this dataset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you need customer identity across transactions for behavioural analysis — a plain sales log can't answer these questions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6b4e8e"/>
                </a:solidFill>
                <a:latin typeface="Calibri"/>
              </a:rPr>
              <a:t>Prep work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500" spc="-1" strike="noStrike">
                <a:solidFill>
                  <a:srgbClr val="2d2333"/>
                </a:solidFill>
                <a:latin typeface="Calibri"/>
              </a:rPr>
              <a:t>fixed impossible dates, dropped 15 rows with missing values (2%), built repeat flags &amp; frequency per customer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6675120" y="1554480"/>
            <a:ext cx="4845960" cy="4480200"/>
          </a:xfrm>
          <a:prstGeom prst="rect">
            <a:avLst/>
          </a:prstGeom>
          <a:solidFill>
            <a:srgbClr val="ede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6949440" y="1920240"/>
            <a:ext cx="4388760" cy="16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Honesty check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333"/>
                </a:solidFill>
                <a:latin typeface="Calibri"/>
              </a:rPr>
              <a:t>My going-in hypothesis was 'Instagram customers don't repeat.' The data disagreed — Google Ads was the actual laggard. The report says it that way.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8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Intermediate — The Analysis at a Glance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4" descr="eda_charts_overview.png"/>
          <p:cNvPicPr/>
          <p:nvPr/>
        </p:nvPicPr>
        <p:blipFill>
          <a:blip r:embed="rId1"/>
          <a:stretch/>
        </p:blipFill>
        <p:spPr>
          <a:xfrm>
            <a:off x="502920" y="1280160"/>
            <a:ext cx="8608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9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Intermediate — Returns: A Store-wide Problem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530280" y="685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de7f4"/>
                </a:solidFill>
                <a:latin typeface="Calibri"/>
              </a:rPr>
              <a:t>worst in Fashion, but high everywhere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5" descr="return_rate_by_category.png"/>
          <p:cNvPicPr/>
          <p:nvPr/>
        </p:nvPicPr>
        <p:blipFill>
          <a:blip r:embed="rId1"/>
          <a:stretch/>
        </p:blipFill>
        <p:spPr>
          <a:xfrm>
            <a:off x="640080" y="1463040"/>
            <a:ext cx="7475040" cy="42058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6"/>
          <p:cNvSpPr/>
          <p:nvPr/>
        </p:nvSpPr>
        <p:spPr>
          <a:xfrm>
            <a:off x="7498080" y="1737360"/>
            <a:ext cx="4114440" cy="18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17.6% overall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of transactions are returned — steep for any store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Fashion 20% · Sports 19.5%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the two worst categories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Fix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sizing info &amp; product photos first; target &lt;12% store-wide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10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Intermediate — Findings &amp; Recommendations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640080" y="1463040"/>
            <a:ext cx="1088100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45% of customers buy once, never return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the 2–3 order group (152 people) is the cheapest revenue available — nudge them ~30 days after last order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Revenue is concentrated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loyal 15% = 41% of revenue; top 20% by frequency = 68% — build an early-warning list for at-risk loyal customers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Google Ads is the weak channel (50% repeat)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audit the post-click journey — or reallocate toward Referral-style incentives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900" spc="-1" strike="noStrike">
                <a:solidFill>
                  <a:srgbClr val="6b4e8e"/>
                </a:solidFill>
                <a:latin typeface="Calibri"/>
              </a:rPr>
              <a:t>May–Sep peak is repeat-driven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time campaigns to it; run re-activation pushes in the Nov–Jan dip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11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502920" y="1645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Where Everything Lives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4"/>
          <p:cNvSpPr/>
          <p:nvPr/>
        </p:nvSpPr>
        <p:spPr>
          <a:xfrm>
            <a:off x="640080" y="1463040"/>
            <a:ext cx="6583320" cy="4663080"/>
          </a:xfrm>
          <a:prstGeom prst="rect">
            <a:avLst/>
          </a:prstGeom>
          <a:solidFill>
            <a:srgbClr val="ede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914400" y="1691640"/>
            <a:ext cx="6126120" cy="23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GitHub repo structure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beginner-level/   data · dashboard · report · code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intermediate-level/  data · notebooks · visuals · report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advanced-level/   data · powerbi guide · report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video/            walkthrough link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Every claim traces back to a file: raw data,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2333"/>
                </a:solidFill>
                <a:latin typeface="Calibri"/>
              </a:rPr>
              <a:t>cleaned data, executed notebook, then report.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7589520" y="1737360"/>
            <a:ext cx="4023000" cy="16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3–5 min video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narrated walkthrough of both levels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Reproducible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seeded data + scripts — anyone can re-run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6b4e8e"/>
                </a:solidFill>
                <a:latin typeface="Calibri"/>
              </a:rPr>
              <a:t>Auditable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2333"/>
                </a:solidFill>
                <a:latin typeface="Calibri"/>
              </a:rPr>
              <a:t>raw kept messy on purpose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11368800" y="6446520"/>
            <a:ext cx="54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a7480"/>
                </a:solidFill>
                <a:latin typeface="Calibri"/>
              </a:rPr>
              <a:t>12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6b4e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914400" y="2377440"/>
            <a:ext cx="10332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914400" y="34747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ede7f4"/>
                </a:solidFill>
                <a:latin typeface="Calibri"/>
              </a:rPr>
              <a:t>Questions &amp; feedback welcome — that's the point of the exercise.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ede7f4"/>
                </a:solidFill>
                <a:latin typeface="Calibri"/>
              </a:rPr>
              <a:t>[GitHub repo link]  ·  [Email]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2026-09-30T14:48:59Z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